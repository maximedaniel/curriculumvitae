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FF00"/>
    <a:srgbClr val="0000FF"/>
    <a:srgbClr val="0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8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22EC6-26C4-D7E4-A3F3-77A61CFAF5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822C27-E2D3-3A9B-E537-78B18D90C7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BAF68-BFC1-DFEE-BCC8-D8122E696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BF6F-7570-416F-9627-E64960631677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F5C45-C04A-4C46-D05E-8FE173B97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60336-61CA-9DA7-F2A9-FE32EF91A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77C21-5873-4F9D-9991-11F1633DFA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30463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E51A1-15BC-DBF8-A613-6EAAC60DD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FA009-A8FC-C937-157E-EC30C2B0A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04E89-4A19-B4A6-99BF-A97699E79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BF6F-7570-416F-9627-E64960631677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0183E-6B50-BB22-393E-7868BE415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71083-0088-DBE8-DB21-C78C1A502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77C21-5873-4F9D-9991-11F1633DFA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4190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26ED6-44AD-1623-F258-BF03F5A66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23AB60-223C-CA06-887B-76EB41245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38A02-2134-BF64-5B69-90F62F86D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BF6F-7570-416F-9627-E64960631677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96A4C-5847-D7F4-56AF-D393036FF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C3E1E-D47C-27B6-EE8A-D5391407A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77C21-5873-4F9D-9991-11F1633DFA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6988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CAEFC-FB5A-E042-F0D2-41A4BC78A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E576E-151F-E8ED-51FE-5B992E84F1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03D6BD-FDF7-1976-4024-09779D7EFB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EC6B7-0E0A-AB6B-C365-B5C228E0A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BF6F-7570-416F-9627-E64960631677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366C5D-8F18-8C6D-6A32-1E7F63BE1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EDF655-EEB2-385B-F02E-50D48C830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77C21-5873-4F9D-9991-11F1633DFA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9413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B6B70-AA1C-0D43-59BE-C90AEE4AD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99F4FC-9AA2-A263-32D3-FB300A71B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315B8-51DA-24C3-D0CB-7813B4696D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516A43-3042-822F-D3AE-0B50E9F9A4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9FFAFA-2200-F3F8-7765-0487C401F4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444678-E451-FC94-D23B-6112561C7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BF6F-7570-416F-9627-E64960631677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BA5F66-FF48-ABC5-81C7-B3979867F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3FDAF7-1F1C-C00E-5AD3-74CCB7C07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77C21-5873-4F9D-9991-11F1633DFA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4928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4A64B-DBAB-2CC0-A7CC-462ECE029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1CD53D-56F3-20F6-A6E3-3306C907E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BF6F-7570-416F-9627-E64960631677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B71EE2-E00D-9B60-D0B5-74BC486B7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97A820-8C5E-AD7D-BC6C-F977864D8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77C21-5873-4F9D-9991-11F1633DFA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3485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A7CB19-F2AE-7378-2582-CCEE6E035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BF6F-7570-416F-9627-E64960631677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1BE837-4547-F039-10EA-BF24889F2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1FB7BD-C5D7-D7D7-55F2-FEFB73F96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77C21-5873-4F9D-9991-11F1633DFA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10034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4E87C-BBB0-CC1B-FCB3-323AE3EA5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B0658-40FA-D903-8BF7-A9569FBF6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75F28D-564B-81AA-8EA8-3A6FC65BCC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3C4B1A-3481-4B85-0C93-72C13954D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BF6F-7570-416F-9627-E64960631677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AE585-EE2E-4DE5-ADA1-6E202FF3E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618CFB-5678-C6B9-4C4F-EA8E6D145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77C21-5873-4F9D-9991-11F1633DFA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61183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378B2-7C91-FC35-3679-E905166E3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A52A35-35AD-928A-9C7C-2B3B18C89F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702D4B-C2FA-99F6-AD19-97C4138D4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D7AB0C-72D7-667D-F0C4-F6331D9ED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BF6F-7570-416F-9627-E64960631677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A8F7B4-28B7-6F7E-36C9-1BEFBCA5F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73ABF4-C576-1F36-004F-653C7E722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77C21-5873-4F9D-9991-11F1633DFA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3029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D8709-45F7-AE42-0AEC-DF4C267D5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812765-67BA-135D-F0FA-B7F7AF96F2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66E1E-AEB4-EEAD-99F8-AAE432B6D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BF6F-7570-416F-9627-E64960631677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17299-7A75-6F6C-F7A5-E6907D5DC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30662-F762-259D-00C1-FA7357816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77C21-5873-4F9D-9991-11F1633DFA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11354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F5812D-EE0B-B82D-0A54-6E2E77B630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E5C3A0-DEBB-1175-8682-8025FB649F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4C600-C798-10EB-EF65-27B259F50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BF6F-7570-416F-9627-E64960631677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17B88-62B2-26EE-CE67-7F82B4521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1988F-D62E-422C-93D0-C4786FD2D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77C21-5873-4F9D-9991-11F1633DFA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0571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F3C3F8-A402-4BA3-B7BB-E0CE37D6F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F91029-916D-F135-F69B-98EFCD896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2C887-F13C-D3CD-5D49-30A4C4E896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72BF6F-7570-416F-9627-E64960631677}" type="datetimeFigureOut">
              <a:rPr lang="en-CA" smtClean="0"/>
              <a:t>2025-11-24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A6EF3-2FBA-F4B8-2955-0CA9E01088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8ACD1-1DDB-83FA-63E0-36DA07B9CF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C77C21-5873-4F9D-9991-11F1633DFA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4608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6F86F-A80D-D02C-95E5-026ED900A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D92DF464-ADD3-8112-6C47-99EFDF591481}"/>
              </a:ext>
            </a:extLst>
          </p:cNvPr>
          <p:cNvGrpSpPr/>
          <p:nvPr/>
        </p:nvGrpSpPr>
        <p:grpSpPr>
          <a:xfrm>
            <a:off x="2381475" y="118259"/>
            <a:ext cx="7429050" cy="6621481"/>
            <a:chOff x="2381475" y="118259"/>
            <a:chExt cx="7429050" cy="662148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C941AC4-6CF6-461A-817E-EA936FA1D799}"/>
                </a:ext>
              </a:extLst>
            </p:cNvPr>
            <p:cNvGrpSpPr/>
            <p:nvPr/>
          </p:nvGrpSpPr>
          <p:grpSpPr>
            <a:xfrm>
              <a:off x="2381475" y="118259"/>
              <a:ext cx="7429050" cy="6621481"/>
              <a:chOff x="2457450" y="1323975"/>
              <a:chExt cx="1538883" cy="1371600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B4FF2B8D-B4E5-2456-DD7B-87810E18DDB7}"/>
                  </a:ext>
                </a:extLst>
              </p:cNvPr>
              <p:cNvSpPr/>
              <p:nvPr/>
            </p:nvSpPr>
            <p:spPr>
              <a:xfrm>
                <a:off x="2457450" y="1323975"/>
                <a:ext cx="914400" cy="914400"/>
              </a:xfrm>
              <a:prstGeom prst="ellipse">
                <a:avLst/>
              </a:prstGeom>
              <a:solidFill>
                <a:schemeClr val="accent4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95AD7F86-F74F-0E20-B185-64811DE0A296}"/>
                  </a:ext>
                </a:extLst>
              </p:cNvPr>
              <p:cNvSpPr/>
              <p:nvPr/>
            </p:nvSpPr>
            <p:spPr>
              <a:xfrm>
                <a:off x="2769692" y="1781175"/>
                <a:ext cx="914400" cy="914400"/>
              </a:xfrm>
              <a:prstGeom prst="ellipse">
                <a:avLst/>
              </a:prstGeom>
              <a:solidFill>
                <a:schemeClr val="accent2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4EBEA760-F824-D087-A4AD-0D1E2B6EC00A}"/>
                  </a:ext>
                </a:extLst>
              </p:cNvPr>
              <p:cNvSpPr/>
              <p:nvPr/>
            </p:nvSpPr>
            <p:spPr>
              <a:xfrm>
                <a:off x="3081933" y="1323975"/>
                <a:ext cx="914400" cy="914400"/>
              </a:xfrm>
              <a:prstGeom prst="ellipse">
                <a:avLst/>
              </a:prstGeom>
              <a:solidFill>
                <a:schemeClr val="accent6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7FA77FA-BFE3-99F9-4FF6-47A0050160A5}"/>
                </a:ext>
              </a:extLst>
            </p:cNvPr>
            <p:cNvSpPr txBox="1"/>
            <p:nvPr/>
          </p:nvSpPr>
          <p:spPr>
            <a:xfrm>
              <a:off x="4787436" y="2598003"/>
              <a:ext cx="261712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2400" b="1" dirty="0">
                  <a:solidFill>
                    <a:schemeClr val="bg1"/>
                  </a:solidFill>
                </a:rPr>
                <a:t>PROGRAMMABLE</a:t>
              </a:r>
            </a:p>
            <a:p>
              <a:pPr algn="ctr"/>
              <a:r>
                <a:rPr lang="fr-FR" sz="2400" b="1" dirty="0">
                  <a:solidFill>
                    <a:schemeClr val="bg1"/>
                  </a:solidFill>
                </a:rPr>
                <a:t>MATTER</a:t>
              </a:r>
              <a:endParaRPr lang="en-CA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CDF0B14-0799-95D7-15E4-F7359B0D42F4}"/>
                </a:ext>
              </a:extLst>
            </p:cNvPr>
            <p:cNvSpPr txBox="1"/>
            <p:nvPr/>
          </p:nvSpPr>
          <p:spPr>
            <a:xfrm>
              <a:off x="3929028" y="4551629"/>
              <a:ext cx="433394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2400" b="1" dirty="0">
                  <a:solidFill>
                    <a:schemeClr val="bg1"/>
                  </a:solidFill>
                </a:rPr>
                <a:t>Human-Computer Interaction</a:t>
              </a:r>
              <a:br>
                <a:rPr lang="fr-FR" sz="2400" b="1" dirty="0">
                  <a:solidFill>
                    <a:schemeClr val="bg1"/>
                  </a:solidFill>
                </a:rPr>
              </a:br>
              <a:r>
                <a:rPr lang="fr-FR" sz="2400" dirty="0">
                  <a:solidFill>
                    <a:schemeClr val="bg1"/>
                  </a:solidFill>
                </a:rPr>
                <a:t>Shape-</a:t>
              </a:r>
              <a:r>
                <a:rPr lang="fr-FR" sz="2400" dirty="0" err="1">
                  <a:solidFill>
                    <a:schemeClr val="bg1"/>
                  </a:solidFill>
                </a:rPr>
                <a:t>Changing</a:t>
              </a:r>
              <a:r>
                <a:rPr lang="fr-FR" sz="2400" dirty="0">
                  <a:solidFill>
                    <a:schemeClr val="bg1"/>
                  </a:solidFill>
                </a:rPr>
                <a:t> Interfaces, …</a:t>
              </a:r>
              <a:endParaRPr lang="en-CA" sz="2400" dirty="0">
                <a:solidFill>
                  <a:schemeClr val="bg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E9278D4-1CAF-E0B4-46CB-8884FDB60C19}"/>
                </a:ext>
              </a:extLst>
            </p:cNvPr>
            <p:cNvSpPr txBox="1"/>
            <p:nvPr/>
          </p:nvSpPr>
          <p:spPr>
            <a:xfrm>
              <a:off x="6877643" y="1321196"/>
              <a:ext cx="268676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2400" b="1" dirty="0" err="1">
                  <a:solidFill>
                    <a:schemeClr val="bg1"/>
                  </a:solidFill>
                </a:rPr>
                <a:t>Material</a:t>
              </a:r>
              <a:r>
                <a:rPr lang="fr-FR" sz="2400" b="1" dirty="0">
                  <a:solidFill>
                    <a:schemeClr val="bg1"/>
                  </a:solidFill>
                </a:rPr>
                <a:t> Sciences</a:t>
              </a:r>
              <a:br>
                <a:rPr lang="fr-FR" sz="2400" b="1" dirty="0">
                  <a:solidFill>
                    <a:schemeClr val="bg1"/>
                  </a:solidFill>
                </a:rPr>
              </a:br>
              <a:r>
                <a:rPr lang="fr-FR" sz="2400" dirty="0" err="1">
                  <a:solidFill>
                    <a:schemeClr val="bg1"/>
                  </a:solidFill>
                </a:rPr>
                <a:t>Metamaterials</a:t>
              </a:r>
              <a:r>
                <a:rPr lang="fr-FR" sz="2400" dirty="0">
                  <a:solidFill>
                    <a:schemeClr val="bg1"/>
                  </a:solidFill>
                </a:rPr>
                <a:t>, …</a:t>
              </a:r>
              <a:endParaRPr lang="en-CA" sz="2400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C8E4C89-517D-2D40-D954-E83A2621D4FF}"/>
                </a:ext>
              </a:extLst>
            </p:cNvPr>
            <p:cNvSpPr txBox="1"/>
            <p:nvPr/>
          </p:nvSpPr>
          <p:spPr>
            <a:xfrm>
              <a:off x="2615239" y="1338927"/>
              <a:ext cx="2627579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2400" b="1" dirty="0" err="1">
                  <a:solidFill>
                    <a:schemeClr val="bg1"/>
                  </a:solidFill>
                </a:rPr>
                <a:t>Robotics</a:t>
              </a:r>
              <a:br>
                <a:rPr lang="fr-FR" sz="2400" b="1" dirty="0">
                  <a:solidFill>
                    <a:schemeClr val="bg1"/>
                  </a:solidFill>
                </a:rPr>
              </a:br>
              <a:r>
                <a:rPr lang="fr-FR" sz="2400" dirty="0">
                  <a:solidFill>
                    <a:schemeClr val="bg1"/>
                  </a:solidFill>
                </a:rPr>
                <a:t>Self-</a:t>
              </a:r>
              <a:r>
                <a:rPr lang="fr-FR" sz="2400" dirty="0" err="1">
                  <a:solidFill>
                    <a:schemeClr val="bg1"/>
                  </a:solidFill>
                </a:rPr>
                <a:t>reconfiguring</a:t>
              </a:r>
              <a:r>
                <a:rPr lang="fr-FR" sz="2400" dirty="0">
                  <a:solidFill>
                    <a:schemeClr val="bg1"/>
                  </a:solidFill>
                </a:rPr>
                <a:t> </a:t>
              </a:r>
            </a:p>
            <a:p>
              <a:pPr algn="ctr"/>
              <a:r>
                <a:rPr lang="fr-FR" sz="2400" dirty="0" err="1">
                  <a:solidFill>
                    <a:schemeClr val="bg1"/>
                  </a:solidFill>
                </a:rPr>
                <a:t>modular</a:t>
              </a:r>
              <a:r>
                <a:rPr lang="fr-FR" sz="2400" dirty="0">
                  <a:solidFill>
                    <a:schemeClr val="bg1"/>
                  </a:solidFill>
                </a:rPr>
                <a:t> robots, …</a:t>
              </a:r>
              <a:endParaRPr lang="en-CA" sz="2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4456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9BCBD09-202E-8D94-2C9B-3129B4EADC7B}"/>
              </a:ext>
            </a:extLst>
          </p:cNvPr>
          <p:cNvGrpSpPr/>
          <p:nvPr/>
        </p:nvGrpSpPr>
        <p:grpSpPr>
          <a:xfrm>
            <a:off x="2381475" y="118259"/>
            <a:ext cx="7429050" cy="6621481"/>
            <a:chOff x="2381475" y="118259"/>
            <a:chExt cx="7429050" cy="662148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08B5E7E-221B-8BCB-4512-C069E7FDAE78}"/>
                </a:ext>
              </a:extLst>
            </p:cNvPr>
            <p:cNvGrpSpPr/>
            <p:nvPr/>
          </p:nvGrpSpPr>
          <p:grpSpPr>
            <a:xfrm>
              <a:off x="2381475" y="118259"/>
              <a:ext cx="7429050" cy="6621481"/>
              <a:chOff x="2457450" y="1323975"/>
              <a:chExt cx="1538883" cy="1371600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FE08EEC7-2859-13DD-DB63-D2F6636043D8}"/>
                  </a:ext>
                </a:extLst>
              </p:cNvPr>
              <p:cNvSpPr/>
              <p:nvPr/>
            </p:nvSpPr>
            <p:spPr>
              <a:xfrm>
                <a:off x="2457450" y="1323975"/>
                <a:ext cx="914400" cy="914400"/>
              </a:xfrm>
              <a:prstGeom prst="ellipse">
                <a:avLst/>
              </a:prstGeom>
              <a:solidFill>
                <a:schemeClr val="accent4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E95A5E8-4FC8-C241-0538-8F34850FABB4}"/>
                  </a:ext>
                </a:extLst>
              </p:cNvPr>
              <p:cNvSpPr/>
              <p:nvPr/>
            </p:nvSpPr>
            <p:spPr>
              <a:xfrm>
                <a:off x="2769692" y="1781175"/>
                <a:ext cx="914400" cy="914400"/>
              </a:xfrm>
              <a:prstGeom prst="ellipse">
                <a:avLst/>
              </a:prstGeom>
              <a:solidFill>
                <a:schemeClr val="accent2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80F8EBE9-481D-5B5B-1E45-5A89BA5A8369}"/>
                  </a:ext>
                </a:extLst>
              </p:cNvPr>
              <p:cNvSpPr/>
              <p:nvPr/>
            </p:nvSpPr>
            <p:spPr>
              <a:xfrm>
                <a:off x="3081933" y="1323975"/>
                <a:ext cx="914400" cy="914400"/>
              </a:xfrm>
              <a:prstGeom prst="ellipse">
                <a:avLst/>
              </a:prstGeom>
              <a:solidFill>
                <a:schemeClr val="accent6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BDFF184-E538-324B-484E-76E82E4F97FA}"/>
                </a:ext>
              </a:extLst>
            </p:cNvPr>
            <p:cNvSpPr txBox="1"/>
            <p:nvPr/>
          </p:nvSpPr>
          <p:spPr>
            <a:xfrm>
              <a:off x="4787436" y="2598003"/>
              <a:ext cx="261712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2400" b="1" dirty="0">
                  <a:solidFill>
                    <a:schemeClr val="bg1"/>
                  </a:solidFill>
                </a:rPr>
                <a:t>PROGRAMMABLE</a:t>
              </a:r>
            </a:p>
            <a:p>
              <a:pPr algn="ctr"/>
              <a:r>
                <a:rPr lang="fr-FR" sz="2400" b="1" dirty="0">
                  <a:solidFill>
                    <a:schemeClr val="bg1"/>
                  </a:solidFill>
                </a:rPr>
                <a:t>MATTER</a:t>
              </a:r>
              <a:endParaRPr lang="en-CA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5C0247A-371C-4869-2A25-D93F0229B6C2}"/>
                </a:ext>
              </a:extLst>
            </p:cNvPr>
            <p:cNvSpPr txBox="1"/>
            <p:nvPr/>
          </p:nvSpPr>
          <p:spPr>
            <a:xfrm>
              <a:off x="4273514" y="4591327"/>
              <a:ext cx="364497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2000" b="1" dirty="0">
                  <a:solidFill>
                    <a:schemeClr val="bg1"/>
                  </a:solidFill>
                </a:rPr>
                <a:t>Human-Computer Interaction</a:t>
              </a:r>
              <a:br>
                <a:rPr lang="fr-FR" sz="2000" b="1" dirty="0">
                  <a:solidFill>
                    <a:schemeClr val="bg1"/>
                  </a:solidFill>
                </a:rPr>
              </a:br>
              <a:r>
                <a:rPr lang="fr-FR" sz="2000" dirty="0">
                  <a:solidFill>
                    <a:schemeClr val="bg1"/>
                  </a:solidFill>
                </a:rPr>
                <a:t>Shape-</a:t>
              </a:r>
              <a:r>
                <a:rPr lang="fr-FR" sz="2000" dirty="0" err="1">
                  <a:solidFill>
                    <a:schemeClr val="bg1"/>
                  </a:solidFill>
                </a:rPr>
                <a:t>Changing</a:t>
              </a:r>
              <a:r>
                <a:rPr lang="fr-FR" sz="2000" dirty="0">
                  <a:solidFill>
                    <a:schemeClr val="bg1"/>
                  </a:solidFill>
                </a:rPr>
                <a:t> Interfaces, …</a:t>
              </a:r>
              <a:endParaRPr lang="en-CA" sz="2000" dirty="0">
                <a:solidFill>
                  <a:schemeClr val="bg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B0C4C67-B801-6BCA-BA66-D6346B4989DE}"/>
                </a:ext>
              </a:extLst>
            </p:cNvPr>
            <p:cNvSpPr txBox="1"/>
            <p:nvPr/>
          </p:nvSpPr>
          <p:spPr>
            <a:xfrm>
              <a:off x="6795796" y="1466452"/>
              <a:ext cx="227209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2000" b="1" dirty="0" err="1">
                  <a:solidFill>
                    <a:schemeClr val="bg1"/>
                  </a:solidFill>
                </a:rPr>
                <a:t>Material</a:t>
              </a:r>
              <a:r>
                <a:rPr lang="fr-FR" sz="2000" b="1" dirty="0">
                  <a:solidFill>
                    <a:schemeClr val="bg1"/>
                  </a:solidFill>
                </a:rPr>
                <a:t> Sciences</a:t>
              </a:r>
              <a:br>
                <a:rPr lang="fr-FR" sz="2000" b="1" dirty="0">
                  <a:solidFill>
                    <a:schemeClr val="bg1"/>
                  </a:solidFill>
                </a:rPr>
              </a:br>
              <a:r>
                <a:rPr lang="fr-FR" sz="2000" dirty="0" err="1">
                  <a:solidFill>
                    <a:schemeClr val="bg1"/>
                  </a:solidFill>
                </a:rPr>
                <a:t>Metamaterials</a:t>
              </a:r>
              <a:r>
                <a:rPr lang="fr-FR" sz="2000" dirty="0">
                  <a:solidFill>
                    <a:schemeClr val="bg1"/>
                  </a:solidFill>
                </a:rPr>
                <a:t>, …</a:t>
              </a:r>
              <a:endParaRPr lang="en-CA" sz="2000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278F1D4-DFC7-0325-631E-07A69EED235C}"/>
                </a:ext>
              </a:extLst>
            </p:cNvPr>
            <p:cNvSpPr txBox="1"/>
            <p:nvPr/>
          </p:nvSpPr>
          <p:spPr>
            <a:xfrm>
              <a:off x="3161703" y="1466453"/>
              <a:ext cx="2223622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2000" b="1" dirty="0" err="1">
                  <a:solidFill>
                    <a:schemeClr val="bg1"/>
                  </a:solidFill>
                </a:rPr>
                <a:t>Robotics</a:t>
              </a:r>
              <a:br>
                <a:rPr lang="fr-FR" sz="2000" b="1" dirty="0">
                  <a:solidFill>
                    <a:schemeClr val="bg1"/>
                  </a:solidFill>
                </a:rPr>
              </a:br>
              <a:r>
                <a:rPr lang="fr-FR" sz="2000" dirty="0">
                  <a:solidFill>
                    <a:schemeClr val="bg1"/>
                  </a:solidFill>
                </a:rPr>
                <a:t>Self-</a:t>
              </a:r>
              <a:r>
                <a:rPr lang="fr-FR" sz="2000" dirty="0" err="1">
                  <a:solidFill>
                    <a:schemeClr val="bg1"/>
                  </a:solidFill>
                </a:rPr>
                <a:t>reconfiguring</a:t>
              </a:r>
              <a:r>
                <a:rPr lang="fr-FR" sz="2000" dirty="0">
                  <a:solidFill>
                    <a:schemeClr val="bg1"/>
                  </a:solidFill>
                </a:rPr>
                <a:t> </a:t>
              </a:r>
            </a:p>
            <a:p>
              <a:pPr algn="ctr"/>
              <a:r>
                <a:rPr lang="fr-FR" sz="2000" dirty="0" err="1">
                  <a:solidFill>
                    <a:schemeClr val="bg1"/>
                  </a:solidFill>
                </a:rPr>
                <a:t>modular</a:t>
              </a:r>
              <a:r>
                <a:rPr lang="fr-FR" sz="2000" dirty="0">
                  <a:solidFill>
                    <a:schemeClr val="bg1"/>
                  </a:solidFill>
                </a:rPr>
                <a:t> robots, …</a:t>
              </a:r>
              <a:endParaRPr lang="en-CA" sz="20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15" name="Picture 14" descr="A collage of different objects&#10;&#10;AI-generated content may be incorrect.">
            <a:extLst>
              <a:ext uri="{FF2B5EF4-FFF2-40B4-BE49-F238E27FC236}">
                <a16:creationId xmlns:a16="http://schemas.microsoft.com/office/drawing/2014/main" id="{4E57BF30-5634-62CD-3D02-8205A11A7E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93367" y="-2247426"/>
            <a:ext cx="5601389" cy="40678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9B0F404-B1DA-CCC4-4CB4-C323CC0DCC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5796" y="-774838"/>
            <a:ext cx="778192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073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961D2-48E0-546B-EB44-ADD84E664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DBC31E57-3B1F-C2F6-B3E3-25EF49B60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7594"/>
            <a:ext cx="12192000" cy="348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060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3DB74-18D5-8378-0E26-2A5DF8FDC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1718DA-616F-7BED-570D-8B5798575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230" y="294837"/>
            <a:ext cx="9783540" cy="62683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A0FA87-2F94-CF6B-4B10-E2523684A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3600" y="-2490973"/>
            <a:ext cx="12192000" cy="4448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198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D42489-1C40-DD79-40B0-E0BA37B54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138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44</Words>
  <Application>Microsoft Office PowerPoint</Application>
  <PresentationFormat>Widescreen</PresentationFormat>
  <Paragraphs>12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Maxime DANIEL</dc:creator>
  <cp:lastModifiedBy>Maxime DANIEL</cp:lastModifiedBy>
  <cp:revision>2</cp:revision>
  <dcterms:created xsi:type="dcterms:W3CDTF">2025-11-24T16:26:32Z</dcterms:created>
  <dcterms:modified xsi:type="dcterms:W3CDTF">2025-11-24T18:29:15Z</dcterms:modified>
</cp:coreProperties>
</file>